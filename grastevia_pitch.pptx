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65F46">
              <a:alpha val="40000"/>
            </a:srgbClr>
          </a:solidFill>
          <a:ln w="12700">
            <a:solidFill>
              <a:srgbClr val="065F4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3657600" cy="3657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5720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GRASTEVIA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Grastevia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Travel &amp; Food Hub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59E0B"/>
                </a:solidFill>
              </a:rPr>
              <a:t>Lahore  ·  Karachi  ·  Kashmir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Pitch Deck  |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Discovery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 across Pakistan struggle to find food, guides &amp; experiences in one place.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325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🍽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Local Intelligence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6974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lovers can't explore authentic regional cuisine by city or district.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325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📍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6364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Personalisation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6974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travel apps ignore the unique culture of Lahore, Karachi &amp; Kashmir.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E7B7"/>
                </a:solidFill>
              </a:rPr>
              <a:t>One platform. Three cities. Infinite experiences.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560320" y="13716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13716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Grastevia = AI-Powered Travel + Food Hub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0F4C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🗺  Smart Itineraries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AI builds personalised trip plans for each city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0F4C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🍛  Food Discovery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Curated local restaurants, street food &amp; recipes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0F4C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🏕  Adventure Hub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Trekking, camping &amp; cultural tours in Kashmir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3611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0F4C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🎯  City Interfaces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Dedicated dashboards for Lahore, Karachi &amp; Kashmir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Dedicated City Interfaces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3749040"/>
          </a:xfrm>
          <a:prstGeom prst="roundRect">
            <a:avLst>
              <a:gd name="adj" fmla="val 4828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43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Lahore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3AED"/>
                </a:solidFill>
              </a:rPr>
              <a:t>The Heart of Culture &amp; Cuisine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✓  Mughal Heritage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369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✓  Food Street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393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✓  Walled City Tours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041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✓  Rooftop Dining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2651760" cy="3749040"/>
          </a:xfrm>
          <a:prstGeom prst="roundRect">
            <a:avLst>
              <a:gd name="adj" fmla="val 4828"/>
            </a:avLst>
          </a:prstGeom>
          <a:solidFill>
            <a:srgbClr val="F0F9FF"/>
          </a:solidFill>
          <a:ln w="190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143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657600" y="18745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874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Karachi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23591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369A1"/>
                </a:solidFill>
              </a:rPr>
              <a:t>The City of Lights &amp; Flavours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✓  Coastal Dining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2369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✓  Night Markets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6393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✓  Business Travel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4041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✓  Seafood Trails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1051560"/>
            <a:ext cx="2651760" cy="3749040"/>
          </a:xfrm>
          <a:prstGeom prst="roundRect">
            <a:avLst>
              <a:gd name="adj" fmla="val 4828"/>
            </a:avLst>
          </a:prstGeom>
          <a:solidFill>
            <a:srgbClr val="F0FDF4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80760" y="1143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🏔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537960" y="18745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874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Kashmir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23591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5F46"/>
                </a:solidFill>
              </a:rPr>
              <a:t>Paradise of Adventure &amp; Taste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8346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✓  Trekking Routes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2369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✓  Wazwan Cuisine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6393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✓  Houseboat Stays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4041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✓  Meadow Trails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Everything a traveller and food lover needs — in one smart hub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3898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Trip Planner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7556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Generates day-by-day itineraries based on preferences, budget &amp; city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13898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Rating 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17556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User-generated reviews for restaurants, hotels &amp; experiences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2670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03580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Reserve tables, book guides &amp; plan stays directly in-app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2670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 Journals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303580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Community-driven visual travel stories from each city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023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39502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Alerts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3159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Real-time weather, road, and event updates per city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840480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4023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0680" y="39502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43159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Available in Urdu, English &amp; Punjabi for broader reach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E7B7"/>
                </a:solidFill>
              </a:rPr>
              <a:t>Pakistan's travel &amp; food-tech sector is primed for disruption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F4C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$4.2B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Pakistan Travel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(2024 valuation)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32588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F4C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220M+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21031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Population with growing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middle class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F4C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Smartphone penetration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in urban Pakistan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32588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F4C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21031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Food delivery growth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post-2021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E7B7"/>
                </a:solidFill>
              </a:rPr>
              <a:t>TAM  →  SAM  →  SOM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7033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49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TAM: $4.2B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Total Pakistan travel &amp; food-tech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37033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749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SAM: $620M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3-city digital-savvy segment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7033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749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SOM: $45M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Year-3 realistic capture target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7043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Plans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Freemium + Premium tiers for travellers seeking advanced AI plans &amp; booking tools.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913632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136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Revenue: ~35%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17043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18745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Commissions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4231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Revenue share from restaurants, hotels &amp; tour operators listed on the platform.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3913632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39136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Revenue: ~40%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17043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📢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9160" y="18745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Sponsored Listings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4231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Priority placement &amp; featured promotions for businesses within each city interface.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913632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9136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Revenue: ~15%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05156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117043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58000" y="18745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Insights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24231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Anonymised travel trend reports sold to tourism boards &amp; hospitality brands.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86600" y="3913632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39136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Revenue: ~10%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Grastevia Wins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600200"/>
                <a:gridCol w="1508760"/>
                <a:gridCol w="15087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Grastevia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TripAdvisor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Zomato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Local Blogs</a:t>
                      </a:r>
                      <a:endParaRPr lang="en-US" sz="12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Pakistan-Specific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AI Trip Planning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Food + Travel Combo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3-City Interface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Urdu Language Support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Local Community Reviews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E7B7"/>
                </a:solidFill>
              </a:rPr>
              <a:t>Phased launch across Pakistan's top three cities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0A3D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 · Lahore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Q1–Q2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Launch food discovery engine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Partner with 50+ restaurants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25526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Influencer &amp; food blogger campaign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7764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App store launch (iOS + Android)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0A3D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3258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25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 · Karachi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18288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Q3 2025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212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Expand coastal dining guides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27340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Night market &amp; events listings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325526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Corporate travel partnerships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37764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10,000 user milestone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1188720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0A3D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3258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325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 · Kashmir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18288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Q4 2025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212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Adventure &amp; trekking hub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63640" y="27340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Wazwan food cultural trails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3640" y="325526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Tourism board partnerships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37764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50,000 users target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 &amp;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155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2,400+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Beta Signups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155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Restaurant Partners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1155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4.7★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Beta App Rating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2025–2026 Roadmap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3090672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-91440" y="3474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Q1 '25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-91440" y="3794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Lahore launch, 500 users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12848" y="3090672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3474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Q2 '25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3794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Food engine v2, 5K users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87368" y="3090672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474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Q3 '25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3794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Karachi expansion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61888" y="3090672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3474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Q4 '25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32120" y="3794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Kashmir module live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836408" y="3090672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3474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Q2 '26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06640" y="3794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Series A fundraise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Passionate locals with deep expertise in tech, travel &amp; food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965960" cy="3291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258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👩‍💼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208483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Ayesha Malik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5146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</a:rPr>
              <a:t>CEO &amp; Co-founder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9260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Ex-Careem Product Lead · MBA IBA Karachi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965960" cy="3291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3258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👨‍💻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60320" y="208483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Usman Tariq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5146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</a:rPr>
              <a:t>CTO &amp; Co-founder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9260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Full-stack engineer · Ex-Arbisoft, 8 yrs exp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188720"/>
            <a:ext cx="1965960" cy="3291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3258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✍️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09160" y="208483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Sana Riaz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25146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</a:rPr>
              <a:t>Head of Content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9260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Food blogger, 200K followers · Travel journalist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188720"/>
            <a:ext cx="1965960" cy="32918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3258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58000" y="208483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Ahmed Bashir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25146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</a:rPr>
              <a:t>Head of Partnerships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9260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HoReCa network of 200+ businesses in PK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65F46">
              <a:alpha val="30000"/>
            </a:srgbClr>
          </a:solidFill>
          <a:ln w="12700">
            <a:solidFill>
              <a:srgbClr val="065F4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the Journey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We're raising $500,000 Seed Round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783080" cy="1600200"/>
          </a:xfrm>
          <a:prstGeom prst="roundRect">
            <a:avLst>
              <a:gd name="adj" fmla="val 6857"/>
            </a:avLst>
          </a:prstGeom>
          <a:solidFill>
            <a:srgbClr val="0A3D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91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Product Development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&amp; AI Engine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600200"/>
            <a:ext cx="1783080" cy="1600200"/>
          </a:xfrm>
          <a:prstGeom prst="roundRect">
            <a:avLst>
              <a:gd name="adj" fmla="val 6857"/>
            </a:avLst>
          </a:prstGeom>
          <a:solidFill>
            <a:srgbClr val="0A3D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691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0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Marketing &amp; City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Launch Campaigns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1783080" cy="1600200"/>
          </a:xfrm>
          <a:prstGeom prst="roundRect">
            <a:avLst>
              <a:gd name="adj" fmla="val 6857"/>
            </a:avLst>
          </a:prstGeom>
          <a:solidFill>
            <a:srgbClr val="0A3D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691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Team Expansion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(8 new hires)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1600200"/>
            <a:ext cx="1783080" cy="1600200"/>
          </a:xfrm>
          <a:prstGeom prst="roundRect">
            <a:avLst>
              <a:gd name="adj" fmla="val 6857"/>
            </a:avLst>
          </a:prstGeom>
          <a:solidFill>
            <a:srgbClr val="0A3D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691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66560" y="22860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Operations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401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What we offer investors: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7307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15% equity  ·  Board Observer seat  ·  First right of refusal for Series 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0" y="420624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4206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📧 invest@grastevia.pk  |  🌐 grastevia.pk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Grastevia – Smart Travel &amp; Food Hub</dc:title>
  <dc:subject>PptxGenJS Presentation</dc:subject>
  <dc:creator>PptxGenJS</dc:creator>
  <cp:lastModifiedBy>PptxGenJS</cp:lastModifiedBy>
  <cp:revision>1</cp:revision>
  <dcterms:created xsi:type="dcterms:W3CDTF">2026-06-10T18:03:13Z</dcterms:created>
  <dcterms:modified xsi:type="dcterms:W3CDTF">2026-06-10T18:03:13Z</dcterms:modified>
</cp:coreProperties>
</file>